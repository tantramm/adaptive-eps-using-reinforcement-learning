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2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 Tram" userId="f8b1db9dde50c834" providerId="LiveId" clId="{6BE1C26B-471A-4C79-A0E5-63EE33D908BB}"/>
    <pc:docChg chg="undo custSel addSld delSld modSld">
      <pc:chgData name="Tan Tram" userId="f8b1db9dde50c834" providerId="LiveId" clId="{6BE1C26B-471A-4C79-A0E5-63EE33D908BB}" dt="2026-09-27T04:31:44.253" v="9" actId="680"/>
      <pc:docMkLst>
        <pc:docMk/>
      </pc:docMkLst>
      <pc:sldChg chg="addSp delSp modSp new mod">
        <pc:chgData name="Tan Tram" userId="f8b1db9dde50c834" providerId="LiveId" clId="{6BE1C26B-471A-4C79-A0E5-63EE33D908BB}" dt="2026-09-27T04:31:30.019" v="6" actId="1076"/>
        <pc:sldMkLst>
          <pc:docMk/>
          <pc:sldMk cId="993629692" sldId="256"/>
        </pc:sldMkLst>
        <pc:spChg chg="del">
          <ac:chgData name="Tan Tram" userId="f8b1db9dde50c834" providerId="LiveId" clId="{6BE1C26B-471A-4C79-A0E5-63EE33D908BB}" dt="2026-09-27T04:31:00.011" v="2" actId="478"/>
          <ac:spMkLst>
            <pc:docMk/>
            <pc:sldMk cId="993629692" sldId="256"/>
            <ac:spMk id="2" creationId="{DE46B8A3-35D8-F4C5-05E0-175EFC2372BC}"/>
          </ac:spMkLst>
        </pc:spChg>
        <pc:spChg chg="del">
          <ac:chgData name="Tan Tram" userId="f8b1db9dde50c834" providerId="LiveId" clId="{6BE1C26B-471A-4C79-A0E5-63EE33D908BB}" dt="2026-09-27T04:31:01.249" v="3" actId="478"/>
          <ac:spMkLst>
            <pc:docMk/>
            <pc:sldMk cId="993629692" sldId="256"/>
            <ac:spMk id="3" creationId="{40E06480-174E-0902-6B0E-8BE36D313125}"/>
          </ac:spMkLst>
        </pc:spChg>
        <pc:picChg chg="add mod">
          <ac:chgData name="Tan Tram" userId="f8b1db9dde50c834" providerId="LiveId" clId="{6BE1C26B-471A-4C79-A0E5-63EE33D908BB}" dt="2026-09-27T04:31:30.019" v="6" actId="1076"/>
          <ac:picMkLst>
            <pc:docMk/>
            <pc:sldMk cId="993629692" sldId="256"/>
            <ac:picMk id="5" creationId="{7749BB00-B4D7-1E35-7254-8A3DE8C9CF07}"/>
          </ac:picMkLst>
        </pc:picChg>
      </pc:sldChg>
      <pc:sldChg chg="del">
        <pc:chgData name="Tan Tram" userId="f8b1db9dde50c834" providerId="LiveId" clId="{6BE1C26B-471A-4C79-A0E5-63EE33D908BB}" dt="2026-09-27T04:28:30.774" v="0" actId="47"/>
        <pc:sldMkLst>
          <pc:docMk/>
          <pc:sldMk cId="3294979819" sldId="256"/>
        </pc:sldMkLst>
      </pc:sldChg>
      <pc:sldChg chg="new">
        <pc:chgData name="Tan Tram" userId="f8b1db9dde50c834" providerId="LiveId" clId="{6BE1C26B-471A-4C79-A0E5-63EE33D908BB}" dt="2026-09-27T04:31:44.253" v="9" actId="680"/>
        <pc:sldMkLst>
          <pc:docMk/>
          <pc:sldMk cId="941580992" sldId="257"/>
        </pc:sldMkLst>
      </pc:sldChg>
      <pc:sldChg chg="new del">
        <pc:chgData name="Tan Tram" userId="f8b1db9dde50c834" providerId="LiveId" clId="{6BE1C26B-471A-4C79-A0E5-63EE33D908BB}" dt="2026-09-27T04:31:42.289" v="8" actId="680"/>
        <pc:sldMkLst>
          <pc:docMk/>
          <pc:sldMk cId="1751300016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1D396-0B16-323F-EB6C-85E562DC5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C69B9-0836-BD07-9F05-387A1E76FF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24487-E4F6-4FD7-7101-3EFF2007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24CB-755F-4C96-8E9C-53EF921CA21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A36A3-FC76-B852-5439-EA632AC9B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1638A-CBA2-5A73-952A-654CAE41C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B681-C0DF-4D1A-A867-70DD5446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88BFC-F1E5-8B4D-F4F7-485101C46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E8C07-B7A4-FB11-AEFC-517D94245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2F59B-EB68-22EE-B555-1BA1F35A6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24CB-755F-4C96-8E9C-53EF921CA21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499B6-3795-A203-B4FA-CAD0B872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96770-3C73-A56F-108F-C02D1057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B681-C0DF-4D1A-A867-70DD5446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41224-AA43-143D-4F4A-6BB440892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11592-68D5-3510-8D56-35849F22F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D2F03-B39D-E968-2BE7-1DF4CCB8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24CB-755F-4C96-8E9C-53EF921CA21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4C60D-E088-4457-3A64-6F3A9322B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1168C-01B4-E9FA-9F27-081C76B7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B681-C0DF-4D1A-A867-70DD5446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4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3E76-B507-37B8-A245-4121ACDD2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EC4DF-52B1-147D-EF37-1916E20A8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FA5AE-F0A8-6D69-600D-CF50B3267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6C040-68BA-BBC1-01F2-744D9C71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24CB-755F-4C96-8E9C-53EF921CA21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0912F-DAE8-697B-D2A0-6D927C54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A18F4-899F-3D66-05DC-94E518DD7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B681-C0DF-4D1A-A867-70DD5446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5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B5ED6-1817-6FB1-B38E-DCF1A7BD1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0F866-72A5-2E6A-9FEF-479CF2FE0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D2FCC-A3C4-5DB7-B41B-FE1857125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081912-C2C7-D10B-0B3F-6EF01722D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560768-63BD-92D9-7D10-65315E829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79A55B-DAD8-1B8C-1AF8-6207824D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24CB-755F-4C96-8E9C-53EF921CA21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D798C2-738D-CF0F-1E52-F4BA5715F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1BE023-1BB5-450E-997E-B5058354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B681-C0DF-4D1A-A867-70DD5446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69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B204-F38C-1F91-B68E-F887E5F6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759E8E-3C48-AF93-B881-D633CE963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24CB-755F-4C96-8E9C-53EF921CA21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C0E4D-20B2-CEE4-92F4-F44F1C682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DC19B-D859-EB5F-2229-F08E7A2F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B681-C0DF-4D1A-A867-70DD5446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7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F1478-1D8F-5822-E435-2D1385D41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24CB-755F-4C96-8E9C-53EF921CA21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93120-F161-2F62-D4F6-69E1EECA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4C2AD-0A3E-8FBB-24F9-7D487055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B681-C0DF-4D1A-A867-70DD5446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79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E09FD-A159-D887-667A-C6C76249F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491E1-7B93-7F8B-530C-89E06E13E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00435-5F11-4993-4F9E-27C6A5599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6A422-2B3A-83A5-14B2-BA243D3C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24CB-755F-4C96-8E9C-53EF921CA21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57723-4EB2-FD7D-782A-230FD70E9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44A34-310E-BA9A-468C-700E8A34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B681-C0DF-4D1A-A867-70DD5446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50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577EB-9C6A-7E43-6CAE-F4D5E631A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3D6909-DAE2-25F7-E749-27E8C65DF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A7536-4B9B-BAE5-3A18-21AE13576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D8E33-F751-7EC1-084D-0EC02BBF4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24CB-755F-4C96-8E9C-53EF921CA21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B39C7-5821-5302-37B4-DFFD5F2F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43CA7-D8D8-C9F1-71CD-B3C856840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B681-C0DF-4D1A-A867-70DD5446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9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52FCF-E2CE-C1EA-1967-64C3CF6CC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C5ADB0-F215-E64E-D595-479132CA8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E4F0D-2E73-8022-7A16-6BB7B2AEB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24CB-755F-4C96-8E9C-53EF921CA21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9AA4D-5655-99BE-89DB-998A72611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EDB7A-D650-9146-49A8-5ED0BF60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B681-C0DF-4D1A-A867-70DD5446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28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21637C-6E13-A7E4-D992-AE4BA118B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2D8BE-A102-AC71-BB64-AB370D2D0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90EE6-8D0B-1B2D-F251-DAF8EE62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24CB-755F-4C96-8E9C-53EF921CA21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06DF7-1E53-64FE-92D3-CD28C64D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D03BF-18EA-C019-85C3-1D3245AA6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4B681-C0DF-4D1A-A867-70DD5446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31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0B307F-C5FF-5E46-1A09-B511F05B3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4DE18-4FBD-BA4F-A0F1-418F98631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47F5-F1F9-FB6A-B238-C15CCC071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B924CB-755F-4C96-8E9C-53EF921CA216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DCD6B-BBD2-701E-8802-3DD5636E6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290E3-E2F5-F86C-459C-1BC79688C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A4B681-C0DF-4D1A-A867-70DD5446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60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49BB00-B4D7-1E35-7254-8A3DE8C9C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746" y="835418"/>
            <a:ext cx="7359933" cy="518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29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580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 Tram</dc:creator>
  <cp:lastModifiedBy>Tan Tram</cp:lastModifiedBy>
  <cp:revision>2</cp:revision>
  <dcterms:created xsi:type="dcterms:W3CDTF">2026-09-25T10:01:36Z</dcterms:created>
  <dcterms:modified xsi:type="dcterms:W3CDTF">2026-09-27T04:31:47Z</dcterms:modified>
</cp:coreProperties>
</file>